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Valaiyagam E-Commerce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Architecture · UI Standards · Payments · Courier · Tracking · Timeline</a:t>
            </a:r>
            <a:br/>
            <a:r>
              <a:t>Client Presentation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1. Product vision and business outcomes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2. End-to-end architecture (Admin + Store + API + MySQL)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3. UI / UX standards (light glass theme)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4. Payment integration workflow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5. Courier integration workflow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6. Order tracking system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7. Delivery timeline and milestones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8. Git / story tracking process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9. Next steps and client inputs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Product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One platform for storefront shopping and admin operations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Secure role-based admin for catalog, orders, users, and fulfillment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Trusted checkout with payment gateway + COD options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Reliable courier booking, labels, and live shipment tracking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Mobile-first customer and admin experiences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Dockerized, migration-ready foundation for long-term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Foundation already live: Auth, Users, Roles, Docker, Alembic, Glass Admin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Frontend: Next.js + React + Tailwind + Redux Toolkit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Backend: FastAPI layered design (Route → Service → Repository → Model)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Database: MySQL 8 with Alembic versioned migrations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Infrastructure: Docker Compose network (frontend, backend, mysql)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Integrations: Payment gateway APIs + Courier partner adapters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Security: JWT auth, Argon2 passwords, RBAC, webhook signatures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UI Standards — Visual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Light theme only — soft #f5f8fc backgrounds (no dark shells)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Glassmorphism panels: translucent white, blur, soft borders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Primary accent: teal → cyan gradient buttons and active states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Typography: clear hierarchy, generous spacing, readable contrast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Icons: simple line icons for navigation and actions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Motion: subtle hover lift / shadow — never noisy animation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UI Standards — Layout &amp; Interaction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Desktop: glass sidebar + content workspace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Mobile: sticky bottom navigation + card lists (not dense tables)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Create / Edit always open in glass modal forms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Delete always requires a confirmation modal (never browser alerts)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One primary job per screen/section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Inline error banners from API; empty states with clear CTA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UI Standards — Responsive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Breakpoints cover phone, tablet, and desktop admin use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Touch targets sized for thumbs on mobile actions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Modals become bottom sheets on small screens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Tables transform into stacked cards under tablet width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Esc key closes dialogs; focus remains usable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Consistent glass components reused across all modules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Admin Modules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Done: Authentication, Users, Roles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Next: Catalog (categories, products, media), Inventory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Then: Orders, Addresses, Cart/Checkout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Integrations: Payments, Couriers, Tracking timeline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Growth: Notifications, Reports, CMS, Store settings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Each module follows the same UI + API layering standards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Payment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Customer checkout creates order in PENDING_PAYMENT state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Backend creates gateway order/intent (Razorpay primary; Stripe optional)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Customer pays via hosted checkout / SDK — no card storage in our DB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Gateway webhook verifies signature → marks order PAID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Failure/timeout → PAYMENT_FAILED with safe retry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Admin can issue refunds; all events audited in payment_events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COD supported with courier confirmation before settlement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Payment — Status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PENDING_PAYMENT → PAID → (eligible for fulfillment)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PENDING_PAYMENT → PAYMENT_FAILED → retry / cancel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PAID → REFUND_REQUESTED → PARTIALLY_REFUNDED / REFUNDED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Webhook idempotency prevents double capture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Nightly reconciliation job catches missed webhooks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Settlement reports available in admin finance views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Courier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Adapter pattern supports multiple partners under one service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Candidates: Delhivery, Shiprocket, BlueDart + manual fallback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After PAID (or approved COD): create shipment → get AWB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Generate shipping label and schedule pickup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Serviceability check by pincode/weight before booking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Cancel / reassign shipment with audit trail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Credentials stored as secure courier_accounts configuration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Courier — Operational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1. Validate address, package weight, and serviceability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2. Apply routing rules (cost, SLA, zone)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3. Call partner create_shipment API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4. Persist AWB + label URL on shipment record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5. Print label / handoff to warehouse packing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6. Sync status via partner webhook or scheduled poll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7. Handle exceptions: RTO, address issue, lost package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Tracking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Unified timeline for customer and admin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Stages: Placed → Paid → Packed → Shipped → Out for delivery → Delivered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Customer track page: Order ID + verified phone/email (or login)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Admin order detail shows payment events + shipment checkpoints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Notifications on key milestones (email/SMS/WhatsApp)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Exception queue for delayed / failed deliveries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Manual override allowed for ops with mandatory reason log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End-to-End Order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Browse catalog → Add to cart → Checkout address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Choose payment method → Pay / COD confirm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Warehouse packs order → Courier booked → AWB issued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Customer receives tracking link + live timeline updates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Delivery / RTO / refund handled with status sync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Reports update sales, fulfillment SLA, and settlements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16-Week Delivery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W1–W2  P0 Foundation — Auth, Users, Roles, Docker (DONE)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W3–W5  P1 Catalog — Products, categories, inventory basics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W6–W8  P2 Orders — Cart, checkout, order lifecycle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W9–W10 P3 Payments — Gateway, webhooks, refunds, COD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W11–W12 P4 Courier — Adapters, AWB, labels, pickup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W13–W14 P5 Tracking &amp; Notify — Timeline + alerts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W15–W16 P6 Harden &amp; Launch — UAT, performance, go-live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Milestones for Client Sign-off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M1 Foundation demo — complete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M2 Catalog demo — publish products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M3 Checkout demo — place unpaid order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M4 Payment demo — paid order path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M5 Courier demo — AWB + label from paid order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M6 Tracking demo — customer timeline live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M7 Go-live readiness checklist approved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Git &amp; Story Tracking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Branches: main · develop · feat/* · fix/* · hotfix/*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Each story maps to a feature branch and PR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Excel tracker stores: ID, Date, Phase, Story, Branch, Status, Owner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Definition of Done: code + review + migration (if any) + UAT note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Weekly status pulled directly from PROJECT_TRACKING.xlsx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No direct commits to main — PR + review required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Client Inputs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Brand logo, colors confirmation, and product sample data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Payment merchant account (Razorpay/Stripe) keys for staging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Courier partner accounts and warehouse pickup addresses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Tax rules, shipping zones, and COD eligibility policy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Notification channels (email domain / SMS provider)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UAT users and preferred weekly review slot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Summary &amp;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Solid technical foundation is already running in Docker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UI standard is fixed: light glass, modal edit, confirm deletes, mobile-first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Payment, courier, and tracking are designed as first-class modules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16-week plan delivers a launchable MVP with clear milestones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Ask: approve timeline, confirm gateway + courier partners, start P1 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Thank you — Valaiyagam Commerce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